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floor map live. This is a plant that 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a live run: hold 0.468 kWh vs move 0.220 kWh. Cascade target is FREEZER_BLOOD_06 (ICU satellite 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151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18872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188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1170432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400" kern="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CRYODISPATCH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Predict. Dispatch. Prove.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hospital cold-chain plant — not a temperature dashboard.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ELCIA Tech Summit 2026  ·  Electronics City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40080" y="4206240"/>
            <a:ext cx="3291840" cy="1463040"/>
          </a:xfrm>
          <a:prstGeom prst="roundRect">
            <a:avLst>
              <a:gd name="adj" fmla="val 7500"/>
            </a:avLst>
          </a:prstGeom>
          <a:solidFill>
            <a:srgbClr val="0B2430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61772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  →  classify  →  move  →  verify  →  ticket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A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4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gap is not monitoring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0B243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002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eVIN already watches ILRs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immunization stock + temperature. We do not replace it.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0B2430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0" y="16002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e-BloodBank already counts bags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solved. Floor-level evacuate-and-prove is not.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38160" y="1371600"/>
            <a:ext cx="3566160" cy="4023360"/>
          </a:xfrm>
          <a:prstGeom prst="roundRect">
            <a:avLst>
              <a:gd name="adj" fmla="val 3077"/>
            </a:avLst>
          </a:prstGeom>
          <a:solidFill>
            <a:srgbClr val="0B2430"/>
          </a:solidFill>
          <a:ln/>
        </p:spPr>
      </p:sp>
      <p:sp>
        <p:nvSpPr>
          <p:cNvPr id="15" name="Shape 13"/>
          <p:cNvSpPr/>
          <p:nvPr/>
        </p:nvSpPr>
        <p:spPr>
          <a:xfrm>
            <a:off x="8366760" y="16002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66760" y="2194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(temp &gt; 8) is not intelligence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66760" y="338328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have seen that dashboard. The plant has to act first.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A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apps. One brain. MQTT as a contract.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0B243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 ·  24 assets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MQTT-shaped JSON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383280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0B2430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20440" y="2011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plant +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dispatch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0B2430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55080" y="2011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 map, T_eq,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custody PDF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052560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rgbClr val="0B2430"/>
          </a:solidFill>
          <a:ln/>
        </p:spPr>
      </p:sp>
      <p:sp>
        <p:nvSpPr>
          <p:cNvPr id="14" name="Text 12"/>
          <p:cNvSpPr/>
          <p:nvPr/>
        </p:nvSpPr>
        <p:spPr>
          <a:xfrm>
            <a:off x="9052560" y="146304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89720" y="201168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· QR · reject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vault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48640" y="40233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path is HTTP → plant. Dashboard never subscribes to a broker. An ESP32 can replace the sim on the same payload.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cryo/{site}/assets/{id}/telemetry   ·   /status (retained)   ·   /lwt → PROBE_DEAD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151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 death is not a hot vault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0B2430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673352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73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71600" y="14173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PROBE_DEAD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8288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Last-will / logger silent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60020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only. Do not move stock.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265176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0B2430"/>
          </a:solidFill>
          <a:ln/>
        </p:spPr>
      </p:sp>
      <p:sp>
        <p:nvSpPr>
          <p:cNvPr id="11" name="Shape 9"/>
          <p:cNvSpPr/>
          <p:nvPr/>
        </p:nvSpPr>
        <p:spPr>
          <a:xfrm>
            <a:off x="777240" y="3090672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90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8346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THERMAL_EXCURSION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3246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T_eq headed through the band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017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Spoilage clock + MOVE + compressor ticket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11064240" cy="1280160"/>
          </a:xfrm>
          <a:prstGeom prst="roundRect">
            <a:avLst>
              <a:gd name="adj" fmla="val 7143"/>
            </a:avLst>
          </a:prstGeom>
          <a:solidFill>
            <a:srgbClr val="0B2430"/>
          </a:solidFill>
          <a:ln/>
        </p:spPr>
      </p:sp>
      <p:sp>
        <p:nvSpPr>
          <p:cNvPr id="17" name="Shape 15"/>
          <p:cNvSpPr/>
          <p:nvPr/>
        </p:nvSpPr>
        <p:spPr>
          <a:xfrm>
            <a:off x="777240" y="4507992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371600" y="4251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4663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Blind and hot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0" y="443484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case — evacuate and re-instrument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A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Newton for the box. Not ARIMA.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6766560" cy="4937760"/>
          </a:xfrm>
          <a:prstGeom prst="roundRect">
            <a:avLst>
              <a:gd name="adj" fmla="val 2222"/>
            </a:avLst>
          </a:prstGeom>
          <a:solidFill>
            <a:srgbClr val="0B24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 dT/dt  +  T  =  T_eq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T_eq = T_set + α_door·door + α_h·(1 − health)</a:t>
            </a:r>
            <a:endParaRPr lang="en-US" sz="2000" dirty="0"/>
          </a:p>
          <a:p>
            <a:pPr indent="0" marL="0">
              <a:buNone/>
            </a:pP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t* = −τ ln((T_th − T_eq)/(T − T_eq))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57200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see T_eq jump while air is still legal. Demo τ is compressed (~2 min). Physics is the same.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543800" y="1143000"/>
            <a:ext cx="4023360" cy="4937760"/>
          </a:xfrm>
          <a:prstGeom prst="roundRect">
            <a:avLst>
              <a:gd name="adj" fmla="val 2727"/>
            </a:avLst>
          </a:prstGeom>
          <a:solidFill>
            <a:srgbClr val="04151C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0" y="192024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(temp &gt; 8)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MKT as a release decision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FCM / APNs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MQTT as the only bus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AF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415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loop closes on evidence, not an alert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5486400" cy="4937760"/>
          </a:xfrm>
          <a:prstGeom prst="roundRect">
            <a:avLst>
              <a:gd name="adj" fmla="val 2222"/>
            </a:avLst>
          </a:prstGeom>
          <a:solidFill>
            <a:srgbClr val="0B24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the failing vault, or move the stock?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0.468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 to hold a degraded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compressor for 30 min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9202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0.220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383280" y="27889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kWh to relocate the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and let it cool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74904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router also refuses a backup that could not absorb a second failure. Vault 3 had room for one vault, not two — so the next failure cascaded to ICU satellite 2 before anyone asked.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309360" y="1143000"/>
            <a:ext cx="5303520" cy="4937760"/>
          </a:xfrm>
          <a:prstGeom prst="roundRect">
            <a:avLst>
              <a:gd name="adj" fmla="val 2222"/>
            </a:avLst>
          </a:prstGeom>
          <a:solidFill>
            <a:srgbClr val="04151C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0" y="13716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of Cold Custody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1920240"/>
            <a:ext cx="47548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handoff, timestamped IST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/ max / time out of range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 ID + last calibration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Disposition: released or quarantined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Computer-generated audit trail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 hash on every document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4846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moved before any excursion, so this batch reads RELEASED — and the document proves it.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151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Bands we hardcode. Claims we refuse.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5577840" cy="5029200"/>
          </a:xfrm>
          <a:prstGeom prst="roundRect">
            <a:avLst>
              <a:gd name="adj" fmla="val 2182"/>
            </a:avLst>
          </a:prstGeom>
          <a:solidFill>
            <a:srgbClr val="0B2430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371600"/>
            <a:ext cx="51206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 2–6°C   ·   vaccines 2–8°C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 22±2°C, continuous agitation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FFP ≤ −30°C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≤0°C is critical on alum vaccines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Door-open ≠ discard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8F1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Quarantine. Never auto-scrap.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55080" y="1097280"/>
            <a:ext cx="5212080" cy="5029200"/>
          </a:xfrm>
          <a:prstGeom prst="roundRect">
            <a:avLst>
              <a:gd name="adj" fmla="val 2182"/>
            </a:avLst>
          </a:prstGeom>
          <a:solidFill>
            <a:srgbClr val="1A0E0C"/>
          </a:solidFill>
          <a:ln/>
        </p:spPr>
      </p:sp>
      <p:sp>
        <p:nvSpPr>
          <p:cNvPr id="7" name="Text 5"/>
          <p:cNvSpPr/>
          <p:nvPr/>
        </p:nvSpPr>
        <p:spPr>
          <a:xfrm>
            <a:off x="6629400" y="1554480"/>
            <a:ext cx="47548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FDA-certified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NABH / WHO PQS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 eVIN replacement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07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MKT does not prove potency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4151C"/>
          </a:solidFill>
          <a:ln/>
        </p:spPr>
      </p:sp>
      <p:sp>
        <p:nvSpPr>
          <p:cNvPr id="3" name="Shape 1"/>
          <p:cNvSpPr/>
          <p:nvPr/>
        </p:nvSpPr>
        <p:spPr>
          <a:xfrm>
            <a:off x="640080" y="1371600"/>
            <a:ext cx="384048" cy="384048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88720" y="132588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F1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Closed loop. Hardware-ready.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19456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vault fails we classify the fault, move the right units to the right door with the right nurse, prove custody with QR, and open a compressor ticket — while refusing to evacuate on a dead sensor.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931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EC4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ESP32 sketch in docs/firmware  ·  MQTT schema in docs/mqtt-schema.md  ·  Demo: docs/demo-script.md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FA3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CryoDispatch  ·  ELCIA Tech Summit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CryoDispatch — Predict. Dispatch. Prove.</dc:title>
  <dc:subject>PptxGenJS Presentation</dc:subject>
  <dc:creator>CryoDispatch</dc:creator>
  <cp:lastModifiedBy>CryoDispatch</cp:lastModifiedBy>
  <cp:revision>1</cp:revision>
  <dcterms:created xsi:type="dcterms:W3CDTF">2026-08-22T17:42:38Z</dcterms:created>
  <dcterms:modified xsi:type="dcterms:W3CDTF">2026-08-22T17:42:38Z</dcterms:modified>
</cp:coreProperties>
</file>