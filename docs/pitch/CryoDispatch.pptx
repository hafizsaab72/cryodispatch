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floor map live. This is a plant that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51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1704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CRYODISPATCH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Predict. Dispatch. Prove.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cold-chain plant — not a temperature dashboard.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ELCIA Tech Summit 2026  ·  Electronics City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B243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17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 →  classify  →  move  →  verify  →  ticket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A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not monitoring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0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eVIN already watches ILRs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immunization stock + temperature. We do not replace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0B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6002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e-BloodBank already counts bags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solved. Floor-level evacuate-and-prove is not.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0B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6002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(temp &gt; 8) is not intelligence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have seen that dashboard. The plant has to act first.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A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apps. One brain. MQTT as a contract.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B24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24 assets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MQTT-shaped JSON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B2430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plant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dispatch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map, T_eq,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PDF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280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9720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QR · reject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vault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path is HTTP → plant. Dashboard never subscribes to a broker. An ESP32 can replace the sim on the same payload.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cryo/{site}/assets/{id}/telemetry   ·   /status (retained)   ·   /lwt → PROBE_DEAD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5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death is not a hot vault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PROBE_DEAD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Last-will / logger silent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600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only. Do not move stock.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B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09067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THERMAL_EXCURSION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246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T_eq headed through the band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clock + MOVE + compressor ticket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B243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50799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and hot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434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— evacuate and re-instrument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A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 for the box. Not ARIMA.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6766560" cy="4937760"/>
          </a:xfrm>
          <a:prstGeom prst="roundRect">
            <a:avLst>
              <a:gd name="adj" fmla="val 2222"/>
            </a:avLst>
          </a:prstGeom>
          <a:solidFill>
            <a:srgbClr val="0B24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 dT/dt  +  T  =  T_eq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T_eq = T_set + α_door·door + α_h·(1 − health)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= −τ ln((T_th − T_eq)/(T − T_eq))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see T_eq jump while air is still legal. Demo τ is compressed (~2 min). Physics is the same.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143000"/>
            <a:ext cx="4023360" cy="4937760"/>
          </a:xfrm>
          <a:prstGeom prst="roundRect">
            <a:avLst>
              <a:gd name="adj" fmla="val 2727"/>
            </a:avLst>
          </a:prstGeom>
          <a:solidFill>
            <a:srgbClr val="04151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192024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(temp &gt; 8)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as a release decision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/ APNs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as the only bus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A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Ninety seconds. A judge holds the phone.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0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1732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435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Plant, not a chart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14300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0B243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41732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435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057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probe → ticket, no MOVE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14300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0B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41732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1435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0574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Compressor: T_eq up, air still legal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0B2430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8862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9044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Accept. Wrong-vault QR fails.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43400" y="361188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0B243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8862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9044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65–80s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526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vault cascades to V8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8160" y="361188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0B2430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38862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39044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4526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PDF + kWh hold vs move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5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Bands we hardcode. Claims we refuse.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577840" cy="5029200"/>
          </a:xfrm>
          <a:prstGeom prst="roundRect">
            <a:avLst>
              <a:gd name="adj" fmla="val 2182"/>
            </a:avLst>
          </a:prstGeom>
          <a:solidFill>
            <a:srgbClr val="0B24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2–6°C   ·   vaccines 2–8°C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22±2°C   ·   FFP ≤ −30°C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≤0°C is critical on alum vaccines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Door-open ≠ discard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Quarantine. Never auto-scrap.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55080" y="1097280"/>
            <a:ext cx="5212080" cy="5029200"/>
          </a:xfrm>
          <a:prstGeom prst="roundRect">
            <a:avLst>
              <a:gd name="adj" fmla="val 2182"/>
            </a:avLst>
          </a:prstGeom>
          <a:solidFill>
            <a:srgbClr val="1A0E0C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55448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FDA-certified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NABH / WHO PQS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eVIN replacement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does not prove potency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51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loop. Hardware-ready.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vault fails we classify the fault, move the right units to the right door with the right nurse, prove custody with QR, and open a compressor ticket — while refusing to evacuate on a dead sensor.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sketch in docs/firmware  ·  MQTT schema in docs/mqtt-schema.md  ·  Demo: docs/demo-script.md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CryoDispatch  ·  ELCIA Tech Summit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CryoDispatch — Predict. Dispatch. Prove.</dc:title>
  <dc:subject>PptxGenJS Presentation</dc:subject>
  <dc:creator>CryoDispatch</dc:creator>
  <cp:lastModifiedBy>CryoDispatch</cp:lastModifiedBy>
  <cp:revision>1</cp:revision>
  <dcterms:created xsi:type="dcterms:W3CDTF">2026-08-22T14:42:25Z</dcterms:created>
  <dcterms:modified xsi:type="dcterms:W3CDTF">2026-08-22T14:42:25Z</dcterms:modified>
</cp:coreProperties>
</file>